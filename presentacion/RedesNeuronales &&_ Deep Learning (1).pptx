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6b4e363be33dd1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6b4e363be33dd1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6b4e363be33dd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6b4e363be33dd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6b4e363be33dd1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6b4e363be33dd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6b4e363be33dd1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6b4e363be33dd1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6b4e363be33dd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6b4e363be33dd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6b4e363be33dd1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6b4e363be33dd1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66b4e363be33dd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66b4e363be33dd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6b4e363be33dd1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6b4e363be33dd1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6b4e363be33dd1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66b4e363be33dd1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6b4e363be33dd1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6b4e363be33dd1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6b4e363be33dd1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66b4e363be33dd1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6b4e363be33dd1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6b4e363be33dd1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6b4e363be33dd1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66b4e363be33dd1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66b4e363be33dd1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66b4e363be33dd1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6b4e363be33dd1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66b4e363be33dd1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6b4e363be33dd1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66b4e363be33dd1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6b4e363be33dd1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66b4e363be33dd1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6b4e363be33dd1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66b4e363be33dd1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6b4e363be33dd1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66b4e363be33dd1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66b4e363be33dd1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66b4e363be33dd1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66b4e363be33dd1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66b4e363be33dd1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6b4e363be33dd1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66b4e363be33dd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6b4e363be33dd1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66b4e363be33dd1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66b4e363be33dd1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66b4e363be33dd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66b4e363be33dd1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66b4e363be33dd1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66b4e363be33dd1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66b4e363be33dd1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66b4e363be33dd1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66b4e363be33dd1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66b4e363be33dd17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66b4e363be33dd1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torch.nn" TargetMode="External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175" y="1204513"/>
            <a:ext cx="2529326" cy="25293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88425" y="2117475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AS DE LA </a:t>
            </a:r>
            <a:r>
              <a:rPr lang="es" sz="1800">
                <a:solidFill>
                  <a:schemeClr val="dk2"/>
                </a:solidFill>
              </a:rPr>
              <a:t>ARMÓNICA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906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Alguna vez quise tocar la </a:t>
            </a:r>
            <a:r>
              <a:rPr lang="es" sz="1800">
                <a:solidFill>
                  <a:schemeClr val="dk2"/>
                </a:solidFill>
              </a:rPr>
              <a:t>Armónica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Teniendo hermanos </a:t>
            </a:r>
            <a:r>
              <a:rPr lang="es" sz="1800">
                <a:solidFill>
                  <a:schemeClr val="dk2"/>
                </a:solidFill>
              </a:rPr>
              <a:t>músicos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Tenía</a:t>
            </a:r>
            <a:r>
              <a:rPr lang="es" sz="1800">
                <a:solidFill>
                  <a:schemeClr val="dk2"/>
                </a:solidFill>
              </a:rPr>
              <a:t> que poder hacer algo musicalmente decente hablando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1543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 funciono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</a:t>
            </a:r>
            <a:r>
              <a:rPr lang="es" sz="1800">
                <a:solidFill>
                  <a:schemeClr val="dk2"/>
                </a:solidFill>
              </a:rPr>
              <a:t>volví</a:t>
            </a:r>
            <a:r>
              <a:rPr lang="es" sz="1800">
                <a:solidFill>
                  <a:schemeClr val="dk2"/>
                </a:solidFill>
              </a:rPr>
              <a:t> como en el primario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tocar los PALITOS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50" y="1476375"/>
            <a:ext cx="20859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1543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Entonces </a:t>
            </a:r>
            <a:r>
              <a:rPr lang="es" sz="1800">
                <a:solidFill>
                  <a:schemeClr val="dk2"/>
                </a:solidFill>
              </a:rPr>
              <a:t>descubrí</a:t>
            </a:r>
            <a:r>
              <a:rPr lang="es" sz="1800">
                <a:solidFill>
                  <a:schemeClr val="dk2"/>
                </a:solidFill>
              </a:rPr>
              <a:t> SUNO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 era lo mismo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yo </a:t>
            </a:r>
            <a:r>
              <a:rPr lang="es" sz="1800">
                <a:solidFill>
                  <a:schemeClr val="dk2"/>
                </a:solidFill>
              </a:rPr>
              <a:t>quería</a:t>
            </a:r>
            <a:r>
              <a:rPr lang="es" sz="1800">
                <a:solidFill>
                  <a:schemeClr val="dk2"/>
                </a:solidFill>
              </a:rPr>
              <a:t> sentir el sonido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 vamos a hablar de SUNO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50" y="1354750"/>
            <a:ext cx="1862500" cy="18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pensaran que le pasa a este flaco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</a:t>
            </a:r>
            <a:r>
              <a:rPr lang="es" sz="1800">
                <a:solidFill>
                  <a:schemeClr val="dk2"/>
                </a:solidFill>
              </a:rPr>
              <a:t>descubrí</a:t>
            </a:r>
            <a:r>
              <a:rPr lang="es" sz="1800">
                <a:solidFill>
                  <a:schemeClr val="dk2"/>
                </a:solidFill>
              </a:rPr>
              <a:t> las CNN con otra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materia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5" y="1761025"/>
            <a:ext cx="2768984" cy="16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en esta materia </a:t>
            </a:r>
            <a:r>
              <a:rPr lang="es" sz="1800">
                <a:solidFill>
                  <a:schemeClr val="dk2"/>
                </a:solidFill>
              </a:rPr>
              <a:t>entendí</a:t>
            </a:r>
            <a:r>
              <a:rPr lang="es" sz="1800">
                <a:solidFill>
                  <a:schemeClr val="dk2"/>
                </a:solidFill>
              </a:rPr>
              <a:t> la maravilla de que un sonido es una secuencia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Uni ideas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sonido se puede analizar con una red CNN 1D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5" y="681038"/>
            <a:ext cx="314325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Porque no intentar resolver mi problema de </a:t>
            </a:r>
            <a:r>
              <a:rPr lang="es" sz="1800">
                <a:solidFill>
                  <a:schemeClr val="dk2"/>
                </a:solidFill>
              </a:rPr>
              <a:t>frustración</a:t>
            </a:r>
            <a:r>
              <a:rPr lang="es" sz="1800">
                <a:solidFill>
                  <a:schemeClr val="dk2"/>
                </a:solidFill>
              </a:rPr>
              <a:t> de adolescente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 podemos analizar el sonido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entonces podemos analizar una </a:t>
            </a:r>
            <a:r>
              <a:rPr lang="es" sz="1800">
                <a:solidFill>
                  <a:schemeClr val="dk2"/>
                </a:solidFill>
              </a:rPr>
              <a:t>canción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5" y="90487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4184000" y="1195800"/>
            <a:ext cx="47346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Existían</a:t>
            </a:r>
            <a:r>
              <a:rPr lang="es" sz="1800">
                <a:solidFill>
                  <a:schemeClr val="dk2"/>
                </a:solidFill>
              </a:rPr>
              <a:t> varias formas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como esto es nuevo para mi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con la </a:t>
            </a:r>
            <a:r>
              <a:rPr lang="es" sz="1800">
                <a:solidFill>
                  <a:schemeClr val="dk2"/>
                </a:solidFill>
              </a:rPr>
              <a:t>música</a:t>
            </a:r>
            <a:r>
              <a:rPr lang="es" sz="1800">
                <a:solidFill>
                  <a:schemeClr val="dk2"/>
                </a:solidFill>
              </a:rPr>
              <a:t> no me llevo muy bien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Intente elegir la </a:t>
            </a:r>
            <a:r>
              <a:rPr lang="es" sz="1800">
                <a:solidFill>
                  <a:schemeClr val="dk2"/>
                </a:solidFill>
              </a:rPr>
              <a:t>más</a:t>
            </a:r>
            <a:r>
              <a:rPr lang="es" sz="1800">
                <a:solidFill>
                  <a:schemeClr val="dk2"/>
                </a:solidFill>
              </a:rPr>
              <a:t> simple y la que </a:t>
            </a:r>
            <a:r>
              <a:rPr lang="es" sz="1800">
                <a:solidFill>
                  <a:schemeClr val="dk2"/>
                </a:solidFill>
              </a:rPr>
              <a:t>más</a:t>
            </a:r>
            <a:r>
              <a:rPr lang="es" sz="1800">
                <a:solidFill>
                  <a:schemeClr val="dk2"/>
                </a:solidFill>
              </a:rPr>
              <a:t> me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ayude a entender la materia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50" y="608550"/>
            <a:ext cx="3926399" cy="39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Que es una RED CONVOLUCIONAL 1D</a:t>
            </a:r>
            <a:br>
              <a:rPr lang="e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Una red neuronal convolucional 1D (Conv1D) analiza una señal de sonido tratándola como una secuencia temporal de valores de amplitud</a:t>
            </a:r>
            <a:r>
              <a:rPr lang="es" sz="1100">
                <a:solidFill>
                  <a:schemeClr val="dk1"/>
                </a:solidFill>
              </a:rPr>
              <a:t> (una serie de tiempo unidimensional). </a:t>
            </a: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La imagen corresponde a un cronograma que no es musical para ver que se pueden analizar </a:t>
            </a:r>
            <a:r>
              <a:rPr lang="es" sz="1100">
                <a:solidFill>
                  <a:schemeClr val="dk1"/>
                </a:solidFill>
              </a:rPr>
              <a:t>más</a:t>
            </a:r>
            <a:r>
              <a:rPr lang="es" sz="1100">
                <a:solidFill>
                  <a:schemeClr val="dk1"/>
                </a:solidFill>
              </a:rPr>
              <a:t> cosas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75" y="1557525"/>
            <a:ext cx="3849900" cy="2028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Nuestra entrada (Entrenamiento)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Entrada de la señal:</a:t>
            </a:r>
            <a:r>
              <a:rPr lang="es" sz="1100">
                <a:solidFill>
                  <a:schemeClr val="dk1"/>
                </a:solidFill>
              </a:rPr>
              <a:t> El sonido se introduce como un arreglo o vector de muestras de audio ordenadas en el tiempo (amplitud en función del tiempo).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Para nuestro caso nuestras entradas son ventanas de 4 Segundos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En el Paso 3 del notebook se puede observar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E3E3E3"/>
                </a:solidFill>
                <a:highlight>
                  <a:srgbClr val="282A2C"/>
                </a:highlight>
              </a:rPr>
              <a:t> Dataset sintético 24 clases</a:t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E3E3E3"/>
                </a:solidFill>
                <a:highlight>
                  <a:srgbClr val="282A2C"/>
                </a:highlight>
              </a:rPr>
              <a:t>12 notas → 24 tonalidades</a:t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75" y="1128025"/>
            <a:ext cx="3849900" cy="28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/>
        </p:nvSpPr>
        <p:spPr>
          <a:xfrm>
            <a:off x="110400" y="4325700"/>
            <a:ext cx="903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(C do, C#, D re, D#, E mi, F fa, F#, G sol, G#, A la, A#, B si) X 2 [Mayor y Menor]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# sostenido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Selección</a:t>
            </a:r>
            <a:r>
              <a:rPr lang="es" sz="1800">
                <a:solidFill>
                  <a:schemeClr val="dk2"/>
                </a:solidFill>
              </a:rPr>
              <a:t> de KERNEL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 pequeño conjunto de pesos llamado </a:t>
            </a:r>
            <a:r>
              <a:rPr b="1" lang="es" sz="1200">
                <a:solidFill>
                  <a:schemeClr val="dk1"/>
                </a:solidFill>
              </a:rPr>
              <a:t>kernel</a:t>
            </a:r>
            <a:r>
              <a:rPr lang="es" sz="1200">
                <a:solidFill>
                  <a:schemeClr val="dk1"/>
                </a:solidFill>
              </a:rPr>
              <a:t> o filtro se desliza a lo largo del eje temporal de la señal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Nuestro VECTOR de 8ms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con un STRIDE de 8 deslizamiento del KERNEL → comprime x 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1489538"/>
            <a:ext cx="3849900" cy="216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proceso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Multiplicación y suma:</a:t>
            </a:r>
            <a:r>
              <a:rPr lang="es" sz="1100">
                <a:solidFill>
                  <a:schemeClr val="dk1"/>
                </a:solidFill>
              </a:rPr>
              <a:t> En cada posición, el kernel se multiplica elemento a elemento con los valores de la señal de sonido y los resultados se suman para obtener un nuevo valor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8963"/>
            <a:ext cx="3849901" cy="216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esto?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Mapa de características (</a:t>
            </a:r>
            <a:r>
              <a:rPr b="1" i="1" lang="es" sz="1200">
                <a:solidFill>
                  <a:schemeClr val="dk1"/>
                </a:solidFill>
              </a:rPr>
              <a:t>Feature Map</a:t>
            </a:r>
            <a:r>
              <a:rPr b="1" lang="es" sz="1200">
                <a:solidFill>
                  <a:schemeClr val="dk1"/>
                </a:solidFill>
              </a:rPr>
              <a:t>):</a:t>
            </a:r>
            <a:r>
              <a:rPr lang="es" sz="1100">
                <a:solidFill>
                  <a:schemeClr val="dk1"/>
                </a:solidFill>
              </a:rPr>
              <a:t> A medida que el kernel recorre toda la señal, genera una nueva secuencia resumida que destaca patrones específicos del sonido (como cambios de tono, silencios, transientes o picos de energía)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Acá</a:t>
            </a:r>
            <a:r>
              <a:rPr lang="es" sz="1100">
                <a:solidFill>
                  <a:schemeClr val="dk1"/>
                </a:solidFill>
              </a:rPr>
              <a:t> es donde obtenemos la nota predominante en los segmentos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De tener un vector de entrada de 4segundos con 64000 valores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Ahora tenemos 128 miniondas que no son sonido son periodicidades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Y un resumen de a que tonalidad de las 24 se parece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5800"/>
            <a:ext cx="3849902" cy="19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3941700" y="122735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Como se consigue la salida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200">
                <a:solidFill>
                  <a:schemeClr val="dk1"/>
                </a:solidFill>
              </a:rPr>
              <a:t>Capas de activación y pooling: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Se aplica una función de activación no lineal (como </a:t>
            </a:r>
            <a:r>
              <a:rPr b="1" lang="es" sz="1200">
                <a:solidFill>
                  <a:schemeClr val="dk1"/>
                </a:solidFill>
              </a:rPr>
              <a:t>ReLU</a:t>
            </a:r>
            <a:r>
              <a:rPr lang="es" sz="1200">
                <a:solidFill>
                  <a:schemeClr val="dk1"/>
                </a:solidFill>
              </a:rPr>
              <a:t>) para eliminar valores negativos y retener las características importantes.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Se utilizan capas de reducción o </a:t>
            </a:r>
            <a:r>
              <a:rPr b="1" lang="es" sz="1200">
                <a:solidFill>
                  <a:schemeClr val="dk1"/>
                </a:solidFill>
              </a:rPr>
              <a:t>pooling</a:t>
            </a:r>
            <a:r>
              <a:rPr lang="es" sz="1200">
                <a:solidFill>
                  <a:schemeClr val="dk1"/>
                </a:solidFill>
              </a:rPr>
              <a:t> (</a:t>
            </a:r>
            <a:r>
              <a:rPr i="1" lang="es" sz="1200">
                <a:solidFill>
                  <a:schemeClr val="dk1"/>
                </a:solidFill>
              </a:rPr>
              <a:t>Max Pooling</a:t>
            </a:r>
            <a:r>
              <a:rPr lang="es" sz="1200">
                <a:solidFill>
                  <a:schemeClr val="dk1"/>
                </a:solidFill>
              </a:rPr>
              <a:t>) para condensar la información y quedase con las representaciones más compactas de la señal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MaxPool1d(4) para nuestro caso para comprimir la señal lo justo para un stride de 8 sin perder armonico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25" y="1492138"/>
            <a:ext cx="31242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5119850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Aprendizaje automático:</a:t>
            </a:r>
            <a:r>
              <a:rPr lang="es" sz="1100">
                <a:solidFill>
                  <a:schemeClr val="dk1"/>
                </a:solidFill>
              </a:rPr>
              <a:t> A diferencia del procesamiento de señales tradicional con filtros fijos, los pesos del kernel en una Conv1D se aprenden y ajustan automáticamente durante el entrenamiento de la red para reconocer patrones acústicos particulares (como palabras en reconocimiento de voz o sonidos específicos).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 clase </a:t>
            </a:r>
            <a:r>
              <a:rPr lang="es" sz="1100" u="sng">
                <a:solidFill>
                  <a:schemeClr val="hlink"/>
                </a:solidFill>
                <a:hlinkClick r:id="rId3"/>
              </a:rPr>
              <a:t>torch.nn</a:t>
            </a:r>
            <a:r>
              <a:rPr lang="es" sz="1100">
                <a:solidFill>
                  <a:schemeClr val="dk1"/>
                </a:solidFill>
              </a:rPr>
              <a:t> implementa forward backward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400" y="1320950"/>
            <a:ext cx="3849900" cy="25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007500" y="1006800"/>
            <a:ext cx="48897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Aprendizaje automático 12 Epochs: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</a:rPr>
              <a:t>- Suficiente para converger: </a:t>
            </a:r>
            <a:r>
              <a:rPr b="1" lang="es" sz="1200">
                <a:solidFill>
                  <a:schemeClr val="dk1"/>
                </a:solidFill>
              </a:rPr>
              <a:t>validación</a:t>
            </a:r>
            <a:r>
              <a:rPr b="1" lang="es" sz="1200">
                <a:solidFill>
                  <a:schemeClr val="dk1"/>
                </a:solidFill>
              </a:rPr>
              <a:t>  llega a 1.0 en época 2.                                            - Corto para Colab free CPU (~10min) y para no sobre-memorizar el sintético.                                                                                           - Con best_val guardás el mejor: aunque entrenes 12, te quedás con el pico.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" y="720400"/>
            <a:ext cx="3702700" cy="37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Matriz de Confusion aparenta bien para los datos SINTETICOS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400"/>
            <a:ext cx="4057726" cy="3516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 partir de la 3er Epoca ya tenemos poca perdida pero es muy engañoso </a:t>
            </a:r>
            <a:br>
              <a:rPr lang="es" sz="1200">
                <a:solidFill>
                  <a:schemeClr val="dk1"/>
                </a:solidFill>
              </a:rPr>
            </a:br>
            <a:br>
              <a:rPr lang="es" sz="1200">
                <a:solidFill>
                  <a:schemeClr val="dk1"/>
                </a:solidFill>
              </a:rPr>
            </a:br>
            <a:br>
              <a:rPr lang="es" sz="1200">
                <a:solidFill>
                  <a:schemeClr val="dk1"/>
                </a:solidFill>
              </a:rPr>
            </a:br>
            <a:r>
              <a:rPr lang="es" sz="1200">
                <a:solidFill>
                  <a:schemeClr val="dk1"/>
                </a:solidFill>
              </a:rPr>
              <a:t>Funcion de Perdida Usada CrossEntropy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Optimizador USADO ADAM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50" y="1014913"/>
            <a:ext cx="4057726" cy="311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Accuracy los datos </a:t>
            </a:r>
            <a:r>
              <a:rPr lang="es" sz="1200">
                <a:solidFill>
                  <a:schemeClr val="dk1"/>
                </a:solidFill>
              </a:rPr>
              <a:t>sintéticos</a:t>
            </a:r>
            <a:r>
              <a:rPr lang="es" sz="1200">
                <a:solidFill>
                  <a:schemeClr val="dk1"/>
                </a:solidFill>
              </a:rPr>
              <a:t> son </a:t>
            </a:r>
            <a:r>
              <a:rPr lang="es" sz="1200">
                <a:solidFill>
                  <a:schemeClr val="dk1"/>
                </a:solidFill>
              </a:rPr>
              <a:t>rápidamente</a:t>
            </a:r>
            <a:r>
              <a:rPr lang="es" sz="1200">
                <a:solidFill>
                  <a:schemeClr val="dk1"/>
                </a:solidFill>
              </a:rPr>
              <a:t> inferidos y aprendidos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Pero no quiere decir que funcione bien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64" name="Google Shape;1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50" y="984863"/>
            <a:ext cx="4057725" cy="3173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El </a:t>
            </a:r>
            <a:r>
              <a:rPr b="1" lang="es" sz="1200">
                <a:solidFill>
                  <a:schemeClr val="dk1"/>
                </a:solidFill>
              </a:rPr>
              <a:t>algoritmo de Krumhansl-Schmuckler</a:t>
            </a:r>
            <a:r>
              <a:rPr lang="es" sz="1100">
                <a:solidFill>
                  <a:schemeClr val="dk1"/>
                </a:solidFill>
              </a:rPr>
              <a:t> es un </a:t>
            </a:r>
            <a:r>
              <a:rPr lang="es" sz="1200">
                <a:solidFill>
                  <a:schemeClr val="dk1"/>
                </a:solidFill>
              </a:rPr>
              <a:t>método computacional de musicología cognitiva que sirve para estimar la tonalidad (mayor o menor) de un pasaje musical o archivo de audio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NO USA REDES NEURONALES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ESTA es nuestra </a:t>
            </a:r>
            <a:r>
              <a:rPr lang="es" sz="1100">
                <a:solidFill>
                  <a:schemeClr val="dk1"/>
                </a:solidFill>
              </a:rPr>
              <a:t>LÍNEA</a:t>
            </a:r>
            <a:r>
              <a:rPr lang="es" sz="1100">
                <a:solidFill>
                  <a:schemeClr val="dk1"/>
                </a:solidFill>
              </a:rPr>
              <a:t> BASE para COMPARAR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70" name="Google Shape;1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88925" y="1428175"/>
            <a:ext cx="4815050" cy="228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749875" y="4300575"/>
            <a:ext cx="72258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NUESTRA comparativa funciona mientras no lleguemos a tonos que implican </a:t>
            </a:r>
            <a:r>
              <a:rPr b="1" lang="es" sz="1100">
                <a:solidFill>
                  <a:schemeClr val="dk1"/>
                </a:solidFill>
              </a:rPr>
              <a:t>más</a:t>
            </a:r>
            <a:r>
              <a:rPr b="1" lang="es" sz="1100">
                <a:solidFill>
                  <a:schemeClr val="dk1"/>
                </a:solidFill>
              </a:rPr>
              <a:t> </a:t>
            </a:r>
            <a:r>
              <a:rPr b="1" lang="es" sz="1100">
                <a:solidFill>
                  <a:schemeClr val="dk1"/>
                </a:solidFill>
              </a:rPr>
              <a:t>allá</a:t>
            </a:r>
            <a:r>
              <a:rPr b="1" lang="es" sz="1100">
                <a:solidFill>
                  <a:schemeClr val="dk1"/>
                </a:solidFill>
              </a:rPr>
              <a:t> de la 1era Octava.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25" y="0"/>
            <a:ext cx="8225523" cy="37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4454700" y="0"/>
            <a:ext cx="37773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Que pasa cuando subimos nuestro MP3 a nuestra RED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Antes de analizarla se debe ADECUAR para que la RED la ENTIENDA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Eso lo hacemos con una libreria de Python librosa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4057725" cy="40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/>
          <p:cNvSpPr txBox="1"/>
          <p:nvPr/>
        </p:nvSpPr>
        <p:spPr>
          <a:xfrm>
            <a:off x="3786625" y="4299400"/>
            <a:ext cx="4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34"/>
          <p:cNvSpPr txBox="1"/>
          <p:nvPr/>
        </p:nvSpPr>
        <p:spPr>
          <a:xfrm>
            <a:off x="3960125" y="3103425"/>
            <a:ext cx="4930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1. librosa.load(mp3, sr=16000, mono=True) — baja a mono 16k.              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2. Corta en ventanas de 4s (64000), normaliza por pico 0.95, si es largo muestrea 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3. CNN vota: softmax por ventana y promedia -&gt; etiqueta + conf + Top-3.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4. En paralelo K-S: chroma_cqt -&gt; correlación de control.              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5. (tónica+5)%12 -&gt; armónica + riff. 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/>
        </p:nvSpPr>
        <p:spPr>
          <a:xfrm>
            <a:off x="4362525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Nuestra RED solo clasifica la nota </a:t>
            </a:r>
            <a:r>
              <a:rPr lang="es" sz="1200" strike="sngStrike">
                <a:solidFill>
                  <a:schemeClr val="dk1"/>
                </a:solidFill>
              </a:rPr>
              <a:t>promediando </a:t>
            </a:r>
            <a:r>
              <a:rPr lang="es" sz="1200">
                <a:solidFill>
                  <a:schemeClr val="dk1"/>
                </a:solidFill>
              </a:rPr>
              <a:t>(esto fue una prueba pero no funciono) asi que solo utilizo la mayor de los resultados de las ventanas en las que se dividio la cancion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Cada ventana utilizo Softmax por dentro del modelo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Utiliza ARGMAX para esto y…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90" name="Google Shape;1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1188800"/>
            <a:ext cx="4057725" cy="276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/>
        </p:nvSpPr>
        <p:spPr>
          <a:xfrm>
            <a:off x="3660400" y="542850"/>
            <a:ext cx="5364300" cy="4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Que es un RIFF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 </a:t>
            </a:r>
            <a:r>
              <a:rPr b="1" lang="es" sz="1200">
                <a:solidFill>
                  <a:schemeClr val="dk1"/>
                </a:solidFill>
              </a:rPr>
              <a:t>riff de armónica</a:t>
            </a:r>
            <a:r>
              <a:rPr lang="es" sz="1100">
                <a:solidFill>
                  <a:schemeClr val="dk1"/>
                </a:solidFill>
              </a:rPr>
              <a:t> es una </a:t>
            </a:r>
            <a:r>
              <a:rPr lang="es" sz="1200">
                <a:solidFill>
                  <a:schemeClr val="dk1"/>
                </a:solidFill>
              </a:rPr>
              <a:t>frase musical corta, pegadiza y repetitiva que se interpreta con la armónica (generalmente diatónica) a lo largo de una canción, sirviendo como gancho melódico o respuesta a la voz del cantante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Bueno todo lo anterior para eso solamente, que NO se genera con IA →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EL RIFF ES FIJO es como una remera NEGRA SIEMPRE QUEDA BIEN</a:t>
            </a: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Fija y genérica para 2da posición (celdas 2-4). Solo C tiene variante con nombre, el resto usa ese mismo patrón transpuesto.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25" y="1219200"/>
            <a:ext cx="23812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/>
        </p:nvSpPr>
        <p:spPr>
          <a:xfrm>
            <a:off x="5119850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PRUEBA REAL (BUSCANDO UN AMOR)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ENTRADA MP3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se convierte  mono → KHz → 4s → 64000 Floats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0" y="442913"/>
            <a:ext cx="4257675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/>
        </p:nvSpPr>
        <p:spPr>
          <a:xfrm>
            <a:off x="4275750" y="99575"/>
            <a:ext cx="37773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Lo de la Izquierda es de </a:t>
            </a:r>
            <a:br>
              <a:rPr b="1" lang="es" sz="1200">
                <a:solidFill>
                  <a:schemeClr val="dk1"/>
                </a:solidFill>
              </a:rPr>
            </a:br>
            <a:r>
              <a:rPr b="1" lang="es" sz="700">
                <a:solidFill>
                  <a:schemeClr val="dk1"/>
                </a:solidFill>
              </a:rPr>
              <a:t>https://www.tusacordes.com/tab/pappo-buscando_un_amor-armonica-35175</a:t>
            </a:r>
            <a:endParaRPr b="1" sz="700">
              <a:solidFill>
                <a:schemeClr val="dk1"/>
              </a:solidFill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152400"/>
            <a:ext cx="2530330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8"/>
          <p:cNvSpPr txBox="1"/>
          <p:nvPr/>
        </p:nvSpPr>
        <p:spPr>
          <a:xfrm>
            <a:off x="4275750" y="1282800"/>
            <a:ext cx="37773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Nuestra Salida REAL </a:t>
            </a:r>
            <a:br>
              <a:rPr b="1" lang="es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663" y="2057788"/>
            <a:ext cx="45243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300"/>
            <a:ext cx="42862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9"/>
          <p:cNvSpPr txBox="1"/>
          <p:nvPr/>
        </p:nvSpPr>
        <p:spPr>
          <a:xfrm>
            <a:off x="4286250" y="1073825"/>
            <a:ext cx="4829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 siguieron la </a:t>
            </a:r>
            <a:r>
              <a:rPr lang="es" sz="1800">
                <a:solidFill>
                  <a:schemeClr val="dk2"/>
                </a:solidFill>
              </a:rPr>
              <a:t>presentación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experimento </a:t>
            </a:r>
            <a:r>
              <a:rPr lang="es" sz="1800">
                <a:solidFill>
                  <a:schemeClr val="dk2"/>
                </a:solidFill>
              </a:rPr>
              <a:t>salió</a:t>
            </a:r>
            <a:r>
              <a:rPr lang="es" sz="1800">
                <a:solidFill>
                  <a:schemeClr val="dk2"/>
                </a:solidFill>
              </a:rPr>
              <a:t> MAL con esta cancion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estaba en LA y </a:t>
            </a:r>
            <a:r>
              <a:rPr lang="es" sz="1800">
                <a:solidFill>
                  <a:schemeClr val="dk2"/>
                </a:solidFill>
              </a:rPr>
              <a:t>pensó</a:t>
            </a:r>
            <a:r>
              <a:rPr lang="es" sz="1800">
                <a:solidFill>
                  <a:schemeClr val="dk2"/>
                </a:solidFill>
              </a:rPr>
              <a:t> que estaba en SOL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próximos</a:t>
            </a:r>
            <a:r>
              <a:rPr lang="es" sz="1800">
                <a:solidFill>
                  <a:schemeClr val="dk2"/>
                </a:solidFill>
              </a:rPr>
              <a:t> pasos MODIFICAR a LSTM (RNN)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Además</a:t>
            </a:r>
            <a:r>
              <a:rPr lang="es" sz="1800">
                <a:solidFill>
                  <a:schemeClr val="dk2"/>
                </a:solidFill>
              </a:rPr>
              <a:t> de entrenar con la </a:t>
            </a:r>
            <a:r>
              <a:rPr lang="es" sz="1800">
                <a:solidFill>
                  <a:schemeClr val="dk2"/>
                </a:solidFill>
              </a:rPr>
              <a:t>recomendación</a:t>
            </a:r>
            <a:r>
              <a:rPr lang="es" sz="1800">
                <a:solidFill>
                  <a:schemeClr val="dk2"/>
                </a:solidFill>
              </a:rPr>
              <a:t> del Profe </a:t>
            </a:r>
            <a:r>
              <a:rPr lang="es" sz="1800">
                <a:solidFill>
                  <a:schemeClr val="dk2"/>
                </a:solidFill>
              </a:rPr>
              <a:t>Giant Steps</a:t>
            </a:r>
            <a:r>
              <a:rPr lang="es" sz="1800">
                <a:solidFill>
                  <a:schemeClr val="dk2"/>
                </a:solidFill>
              </a:rPr>
              <a:t> ahora solo se usa para </a:t>
            </a:r>
            <a:r>
              <a:rPr lang="es" sz="1800">
                <a:solidFill>
                  <a:schemeClr val="dk2"/>
                </a:solidFill>
              </a:rPr>
              <a:t>validación</a:t>
            </a:r>
            <a:r>
              <a:rPr lang="es" sz="1800">
                <a:solidFill>
                  <a:schemeClr val="dk2"/>
                </a:solidFill>
              </a:rPr>
              <a:t> final y da peor que la MEDIA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/>
        </p:nvSpPr>
        <p:spPr>
          <a:xfrm>
            <a:off x="5474150" y="2063850"/>
            <a:ext cx="3325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</a:t>
            </a:r>
            <a:r>
              <a:rPr lang="es" sz="1800">
                <a:solidFill>
                  <a:schemeClr val="dk2"/>
                </a:solidFill>
              </a:rPr>
              <a:t>porqué</a:t>
            </a:r>
            <a:r>
              <a:rPr lang="es" sz="1800">
                <a:solidFill>
                  <a:schemeClr val="dk2"/>
                </a:solidFill>
              </a:rPr>
              <a:t> no probar la </a:t>
            </a:r>
            <a:r>
              <a:rPr lang="es" sz="1800">
                <a:solidFill>
                  <a:schemeClr val="dk2"/>
                </a:solidFill>
              </a:rPr>
              <a:t>recomendación</a:t>
            </a:r>
            <a:r>
              <a:rPr lang="es" sz="1800">
                <a:solidFill>
                  <a:schemeClr val="dk2"/>
                </a:solidFill>
              </a:rPr>
              <a:t> y mostrar resultados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3600"/>
            <a:ext cx="398145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/>
        </p:nvSpPr>
        <p:spPr>
          <a:xfrm>
            <a:off x="5016600" y="1232700"/>
            <a:ext cx="3732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el resultado conocido y confirmado de siempre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Entre mejor sean los datos de entrenamiento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Mejor </a:t>
            </a:r>
            <a:r>
              <a:rPr lang="es" sz="1800">
                <a:solidFill>
                  <a:schemeClr val="dk2"/>
                </a:solidFill>
              </a:rPr>
              <a:t>será</a:t>
            </a:r>
            <a:r>
              <a:rPr lang="es" sz="1800">
                <a:solidFill>
                  <a:schemeClr val="dk2"/>
                </a:solidFill>
              </a:rPr>
              <a:t> la </a:t>
            </a:r>
            <a:r>
              <a:rPr lang="es" sz="1800">
                <a:solidFill>
                  <a:schemeClr val="dk2"/>
                </a:solidFill>
              </a:rPr>
              <a:t>predicción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Mejorar la predicción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 0.1 a 0.3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 Línea Base K-S es superior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Debería aumentar las épocas??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 IA Muse me recomienda CQT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5" y="1874700"/>
            <a:ext cx="4690800" cy="17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